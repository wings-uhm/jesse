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1" r:id="rId5"/>
    <p:sldId id="265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1248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056AB1F-7110-8617-2AD1-83672699B394}"/>
              </a:ext>
            </a:extLst>
          </p:cNvPr>
          <p:cNvSpPr/>
          <p:nvPr/>
        </p:nvSpPr>
        <p:spPr>
          <a:xfrm>
            <a:off x="11376660" y="0"/>
            <a:ext cx="8153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488C4E02-2BF5-2B32-F5C3-A756EF76C6BE}"/>
              </a:ext>
            </a:extLst>
          </p:cNvPr>
          <p:cNvSpPr/>
          <p:nvPr/>
        </p:nvSpPr>
        <p:spPr>
          <a:xfrm>
            <a:off x="-39321" y="-18138"/>
            <a:ext cx="4625071" cy="6889143"/>
          </a:xfrm>
          <a:custGeom>
            <a:avLst/>
            <a:gdLst>
              <a:gd name="csX0" fmla="*/ 0 w 7612443"/>
              <a:gd name="csY0" fmla="*/ 6858000 h 6858000"/>
              <a:gd name="csX1" fmla="*/ 2103143 w 7612443"/>
              <a:gd name="csY1" fmla="*/ 0 h 6858000"/>
              <a:gd name="csX2" fmla="*/ 5509300 w 7612443"/>
              <a:gd name="csY2" fmla="*/ 0 h 6858000"/>
              <a:gd name="csX3" fmla="*/ 7612443 w 7612443"/>
              <a:gd name="csY3" fmla="*/ 6858000 h 6858000"/>
              <a:gd name="csX4" fmla="*/ 0 w 7612443"/>
              <a:gd name="csY4" fmla="*/ 6858000 h 6858000"/>
              <a:gd name="csX0" fmla="*/ 1211557 w 5509300"/>
              <a:gd name="csY0" fmla="*/ 6850380 h 6858000"/>
              <a:gd name="csX1" fmla="*/ 0 w 5509300"/>
              <a:gd name="csY1" fmla="*/ 0 h 6858000"/>
              <a:gd name="csX2" fmla="*/ 3406157 w 5509300"/>
              <a:gd name="csY2" fmla="*/ 0 h 6858000"/>
              <a:gd name="csX3" fmla="*/ 5509300 w 5509300"/>
              <a:gd name="csY3" fmla="*/ 6858000 h 6858000"/>
              <a:gd name="csX4" fmla="*/ 1211557 w 5509300"/>
              <a:gd name="csY4" fmla="*/ 6850380 h 6858000"/>
              <a:gd name="csX0" fmla="*/ 137137 w 4434880"/>
              <a:gd name="csY0" fmla="*/ 6850380 h 6858000"/>
              <a:gd name="csX1" fmla="*/ 0 w 4434880"/>
              <a:gd name="csY1" fmla="*/ 22860 h 6858000"/>
              <a:gd name="csX2" fmla="*/ 2331737 w 4434880"/>
              <a:gd name="csY2" fmla="*/ 0 h 6858000"/>
              <a:gd name="csX3" fmla="*/ 4434880 w 4434880"/>
              <a:gd name="csY3" fmla="*/ 6858000 h 6858000"/>
              <a:gd name="csX4" fmla="*/ 137137 w 4434880"/>
              <a:gd name="csY4" fmla="*/ 6850380 h 6858000"/>
              <a:gd name="csX0" fmla="*/ 7597 w 4305340"/>
              <a:gd name="csY0" fmla="*/ 6865620 h 6873240"/>
              <a:gd name="csX1" fmla="*/ 0 w 4305340"/>
              <a:gd name="csY1" fmla="*/ 0 h 6873240"/>
              <a:gd name="csX2" fmla="*/ 2202197 w 4305340"/>
              <a:gd name="csY2" fmla="*/ 15240 h 6873240"/>
              <a:gd name="csX3" fmla="*/ 4305340 w 4305340"/>
              <a:gd name="csY3" fmla="*/ 6873240 h 6873240"/>
              <a:gd name="csX4" fmla="*/ 7597 w 4305340"/>
              <a:gd name="csY4" fmla="*/ 6865620 h 6873240"/>
              <a:gd name="csX0" fmla="*/ 7597 w 4305340"/>
              <a:gd name="csY0" fmla="*/ 6850380 h 6858000"/>
              <a:gd name="csX1" fmla="*/ 0 w 4305340"/>
              <a:gd name="csY1" fmla="*/ 7620 h 6858000"/>
              <a:gd name="csX2" fmla="*/ 2202197 w 4305340"/>
              <a:gd name="csY2" fmla="*/ 0 h 6858000"/>
              <a:gd name="csX3" fmla="*/ 4305340 w 4305340"/>
              <a:gd name="csY3" fmla="*/ 6858000 h 6858000"/>
              <a:gd name="csX4" fmla="*/ 7597 w 4305340"/>
              <a:gd name="csY4" fmla="*/ 6850380 h 6858000"/>
              <a:gd name="csX0" fmla="*/ 14472 w 4305340"/>
              <a:gd name="csY0" fmla="*/ 6871005 h 6871005"/>
              <a:gd name="csX1" fmla="*/ 0 w 4305340"/>
              <a:gd name="csY1" fmla="*/ 7620 h 6871005"/>
              <a:gd name="csX2" fmla="*/ 2202197 w 4305340"/>
              <a:gd name="csY2" fmla="*/ 0 h 6871005"/>
              <a:gd name="csX3" fmla="*/ 4305340 w 4305340"/>
              <a:gd name="csY3" fmla="*/ 6858000 h 6871005"/>
              <a:gd name="csX4" fmla="*/ 14472 w 4305340"/>
              <a:gd name="csY4" fmla="*/ 6871005 h 6871005"/>
              <a:gd name="csX0" fmla="*/ 8486 w 4299354"/>
              <a:gd name="csY0" fmla="*/ 6889143 h 6889143"/>
              <a:gd name="csX1" fmla="*/ 0 w 4299354"/>
              <a:gd name="csY1" fmla="*/ 0 h 6889143"/>
              <a:gd name="csX2" fmla="*/ 2196211 w 4299354"/>
              <a:gd name="csY2" fmla="*/ 18138 h 6889143"/>
              <a:gd name="csX3" fmla="*/ 4299354 w 4299354"/>
              <a:gd name="csY3" fmla="*/ 6876138 h 6889143"/>
              <a:gd name="csX4" fmla="*/ 8486 w 4299354"/>
              <a:gd name="csY4" fmla="*/ 6889143 h 6889143"/>
              <a:gd name="csX0" fmla="*/ 8486 w 4299354"/>
              <a:gd name="csY0" fmla="*/ 6889143 h 6889143"/>
              <a:gd name="csX1" fmla="*/ 0 w 4299354"/>
              <a:gd name="csY1" fmla="*/ 0 h 6889143"/>
              <a:gd name="csX2" fmla="*/ 2280014 w 4299354"/>
              <a:gd name="csY2" fmla="*/ 11698 h 6889143"/>
              <a:gd name="csX3" fmla="*/ 4299354 w 4299354"/>
              <a:gd name="csY3" fmla="*/ 6876138 h 6889143"/>
              <a:gd name="csX4" fmla="*/ 8486 w 4299354"/>
              <a:gd name="csY4" fmla="*/ 6889143 h 6889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99354" h="6889143">
                <a:moveTo>
                  <a:pt x="8486" y="6889143"/>
                </a:moveTo>
                <a:cubicBezTo>
                  <a:pt x="5954" y="4600603"/>
                  <a:pt x="2532" y="2288540"/>
                  <a:pt x="0" y="0"/>
                </a:cubicBezTo>
                <a:lnTo>
                  <a:pt x="2280014" y="11698"/>
                </a:lnTo>
                <a:lnTo>
                  <a:pt x="4299354" y="6876138"/>
                </a:lnTo>
                <a:lnTo>
                  <a:pt x="8486" y="6889143"/>
                </a:lnTo>
                <a:close/>
              </a:path>
            </a:pathLst>
          </a:custGeom>
          <a:solidFill>
            <a:srgbClr val="0064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C4A4D-BB9C-8309-9430-2D00079DAB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9609" y="2067243"/>
            <a:ext cx="7798755" cy="2387600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C664E-C274-DAE3-385E-E9C2120229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29609" y="4546918"/>
            <a:ext cx="7798755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A51B8-2A85-9065-4554-25773A75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5758" y="6354280"/>
            <a:ext cx="1282606" cy="365125"/>
          </a:xfrm>
        </p:spPr>
        <p:txBody>
          <a:bodyPr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2D6A3-B1B4-5909-EE08-CDDFCAB4D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6" y="1883719"/>
            <a:ext cx="3359116" cy="382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9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B0A2-6F07-B819-06F0-31809A39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8206A-7665-091D-A70E-86641CC33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9DA5D-1B3C-F3A4-B51C-057642AA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ECC79A-8CBE-0E47-A27F-1F16AAD1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E8562A-A2F7-70AC-4A6B-25720009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7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7C9A-8A09-AC76-8006-FD23924E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DC3C-8C0C-38E8-3D5A-B4D5BD8EB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B5AB1-6C61-F116-0D34-455D36357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FEEEE-ECCB-43B0-CA10-F5251A64F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20455-4115-A64F-2C24-DB1BE027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1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B564-B712-6193-BA3D-486C426F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796" y="406376"/>
            <a:ext cx="1139035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06317-41A3-3CC4-2EC1-C840F293A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796" y="1825625"/>
            <a:ext cx="537433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24DEC-797C-13F9-F5F0-4CCD303E2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7874" y="1825625"/>
            <a:ext cx="549227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7D099-A7A3-BC53-75D4-4D49CA4C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20D5A-436A-F771-CCAD-2A641B72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FB53C-BE88-30B0-F1B2-1B48CCA81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A0BBF-AE78-FA24-C437-46B525F99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F2AAC-FE2F-136B-5CC5-561EF9AC2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76C66-54CD-C0B6-99D1-34BF97455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182B3-3456-56F6-4995-0ECDC1DAA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F734F-028B-9152-C03A-FBEBFB6DE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2F7B6-5FA0-2C35-1C6C-D6AA0138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028E58-CEA9-230D-AC39-E5028D93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1CED4-141E-DF98-58E6-9B84A93A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45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494F-4319-15A6-8CC9-D0297436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227DEF-34F7-F451-35DF-937534260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E1039-1446-2F08-FF55-EACC6C54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2CA0D-5371-12FB-5DAE-D429D7C56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61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80E491-2ED1-C28A-7572-BDBB9784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2025B-E170-0B5E-D4EA-D9255827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56EA9-ED40-FD15-65F5-2EDAE240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84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0747-AEF0-B3CD-3682-45999140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D3F7D-5342-482C-EFEF-FFBBF0907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50E04-B97D-CDD2-2D8B-B943874BC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0ED7D-6C16-D777-AAB2-E63644B4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2308F-D7F8-60A6-360E-A96C3EF0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1160A-4EF1-407E-97EB-37514B2A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5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B3CE-17F3-BC8C-896C-E1AE5B3F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59218-A8AD-CADD-56D0-87691DE30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81E14-2646-F0E9-D81B-BF8D6DF2E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6905E-F16A-9B36-4F47-82DC7E39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1B6AF-2C5C-9290-7D6A-5EAC8A28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2B24F-F37B-84E5-FAC0-8902C1CC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95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4E27-DAD1-EBDD-4AFD-8302F88C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E32F4-076D-585C-6D65-4FC48B933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E9FAB-B089-2916-35FB-3F75656A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E425-75F3-BE91-6207-B7DA4793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A0657-F110-8274-18B3-554D243F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3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3C923-6EC7-09DC-AEEB-7237C7F7C0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28933-4F8F-0185-EB91-920DEACFF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97AC1-CB0B-2DC3-698C-F9E3A64F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E35FD-16B5-F3C7-7E64-0C6F9A9A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AC7F-565E-5456-4EA3-9CC0F901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12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DE21210-2128-D7A4-C2A0-1704E2642DD9}"/>
              </a:ext>
            </a:extLst>
          </p:cNvPr>
          <p:cNvSpPr/>
          <p:nvPr/>
        </p:nvSpPr>
        <p:spPr>
          <a:xfrm>
            <a:off x="11376660" y="0"/>
            <a:ext cx="8153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apezoid 20">
            <a:extLst>
              <a:ext uri="{FF2B5EF4-FFF2-40B4-BE49-F238E27FC236}">
                <a16:creationId xmlns:a16="http://schemas.microsoft.com/office/drawing/2014/main" id="{3117DC27-5258-9BC6-D93C-A0B222E91B81}"/>
              </a:ext>
            </a:extLst>
          </p:cNvPr>
          <p:cNvSpPr/>
          <p:nvPr/>
        </p:nvSpPr>
        <p:spPr>
          <a:xfrm>
            <a:off x="-39321" y="-18138"/>
            <a:ext cx="8207044" cy="6889143"/>
          </a:xfrm>
          <a:custGeom>
            <a:avLst/>
            <a:gdLst>
              <a:gd name="csX0" fmla="*/ 0 w 7612443"/>
              <a:gd name="csY0" fmla="*/ 6858000 h 6858000"/>
              <a:gd name="csX1" fmla="*/ 2103143 w 7612443"/>
              <a:gd name="csY1" fmla="*/ 0 h 6858000"/>
              <a:gd name="csX2" fmla="*/ 5509300 w 7612443"/>
              <a:gd name="csY2" fmla="*/ 0 h 6858000"/>
              <a:gd name="csX3" fmla="*/ 7612443 w 7612443"/>
              <a:gd name="csY3" fmla="*/ 6858000 h 6858000"/>
              <a:gd name="csX4" fmla="*/ 0 w 7612443"/>
              <a:gd name="csY4" fmla="*/ 6858000 h 6858000"/>
              <a:gd name="csX0" fmla="*/ 1211557 w 5509300"/>
              <a:gd name="csY0" fmla="*/ 6850380 h 6858000"/>
              <a:gd name="csX1" fmla="*/ 0 w 5509300"/>
              <a:gd name="csY1" fmla="*/ 0 h 6858000"/>
              <a:gd name="csX2" fmla="*/ 3406157 w 5509300"/>
              <a:gd name="csY2" fmla="*/ 0 h 6858000"/>
              <a:gd name="csX3" fmla="*/ 5509300 w 5509300"/>
              <a:gd name="csY3" fmla="*/ 6858000 h 6858000"/>
              <a:gd name="csX4" fmla="*/ 1211557 w 5509300"/>
              <a:gd name="csY4" fmla="*/ 6850380 h 6858000"/>
              <a:gd name="csX0" fmla="*/ 137137 w 4434880"/>
              <a:gd name="csY0" fmla="*/ 6850380 h 6858000"/>
              <a:gd name="csX1" fmla="*/ 0 w 4434880"/>
              <a:gd name="csY1" fmla="*/ 22860 h 6858000"/>
              <a:gd name="csX2" fmla="*/ 2331737 w 4434880"/>
              <a:gd name="csY2" fmla="*/ 0 h 6858000"/>
              <a:gd name="csX3" fmla="*/ 4434880 w 4434880"/>
              <a:gd name="csY3" fmla="*/ 6858000 h 6858000"/>
              <a:gd name="csX4" fmla="*/ 137137 w 4434880"/>
              <a:gd name="csY4" fmla="*/ 6850380 h 6858000"/>
              <a:gd name="csX0" fmla="*/ 7597 w 4305340"/>
              <a:gd name="csY0" fmla="*/ 6865620 h 6873240"/>
              <a:gd name="csX1" fmla="*/ 0 w 4305340"/>
              <a:gd name="csY1" fmla="*/ 0 h 6873240"/>
              <a:gd name="csX2" fmla="*/ 2202197 w 4305340"/>
              <a:gd name="csY2" fmla="*/ 15240 h 6873240"/>
              <a:gd name="csX3" fmla="*/ 4305340 w 4305340"/>
              <a:gd name="csY3" fmla="*/ 6873240 h 6873240"/>
              <a:gd name="csX4" fmla="*/ 7597 w 4305340"/>
              <a:gd name="csY4" fmla="*/ 6865620 h 6873240"/>
              <a:gd name="csX0" fmla="*/ 7597 w 4305340"/>
              <a:gd name="csY0" fmla="*/ 6850380 h 6858000"/>
              <a:gd name="csX1" fmla="*/ 0 w 4305340"/>
              <a:gd name="csY1" fmla="*/ 7620 h 6858000"/>
              <a:gd name="csX2" fmla="*/ 2202197 w 4305340"/>
              <a:gd name="csY2" fmla="*/ 0 h 6858000"/>
              <a:gd name="csX3" fmla="*/ 4305340 w 4305340"/>
              <a:gd name="csY3" fmla="*/ 6858000 h 6858000"/>
              <a:gd name="csX4" fmla="*/ 7597 w 4305340"/>
              <a:gd name="csY4" fmla="*/ 6850380 h 6858000"/>
              <a:gd name="csX0" fmla="*/ 14472 w 4305340"/>
              <a:gd name="csY0" fmla="*/ 6871005 h 6871005"/>
              <a:gd name="csX1" fmla="*/ 0 w 4305340"/>
              <a:gd name="csY1" fmla="*/ 7620 h 6871005"/>
              <a:gd name="csX2" fmla="*/ 2202197 w 4305340"/>
              <a:gd name="csY2" fmla="*/ 0 h 6871005"/>
              <a:gd name="csX3" fmla="*/ 4305340 w 4305340"/>
              <a:gd name="csY3" fmla="*/ 6858000 h 6871005"/>
              <a:gd name="csX4" fmla="*/ 14472 w 4305340"/>
              <a:gd name="csY4" fmla="*/ 6871005 h 6871005"/>
              <a:gd name="csX0" fmla="*/ 8486 w 4299354"/>
              <a:gd name="csY0" fmla="*/ 6889143 h 6889143"/>
              <a:gd name="csX1" fmla="*/ 0 w 4299354"/>
              <a:gd name="csY1" fmla="*/ 0 h 6889143"/>
              <a:gd name="csX2" fmla="*/ 2196211 w 4299354"/>
              <a:gd name="csY2" fmla="*/ 18138 h 6889143"/>
              <a:gd name="csX3" fmla="*/ 4299354 w 4299354"/>
              <a:gd name="csY3" fmla="*/ 6876138 h 6889143"/>
              <a:gd name="csX4" fmla="*/ 8486 w 4299354"/>
              <a:gd name="csY4" fmla="*/ 6889143 h 6889143"/>
              <a:gd name="csX0" fmla="*/ 8486 w 4299354"/>
              <a:gd name="csY0" fmla="*/ 6889143 h 6889143"/>
              <a:gd name="csX1" fmla="*/ 0 w 4299354"/>
              <a:gd name="csY1" fmla="*/ 0 h 6889143"/>
              <a:gd name="csX2" fmla="*/ 2280014 w 4299354"/>
              <a:gd name="csY2" fmla="*/ 11698 h 6889143"/>
              <a:gd name="csX3" fmla="*/ 4299354 w 4299354"/>
              <a:gd name="csY3" fmla="*/ 6876138 h 6889143"/>
              <a:gd name="csX4" fmla="*/ 8486 w 4299354"/>
              <a:gd name="csY4" fmla="*/ 6889143 h 6889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99354" h="6889143">
                <a:moveTo>
                  <a:pt x="8486" y="6889143"/>
                </a:moveTo>
                <a:cubicBezTo>
                  <a:pt x="5954" y="4600603"/>
                  <a:pt x="2532" y="2288540"/>
                  <a:pt x="0" y="0"/>
                </a:cubicBezTo>
                <a:lnTo>
                  <a:pt x="2280014" y="11698"/>
                </a:lnTo>
                <a:lnTo>
                  <a:pt x="4299354" y="6876138"/>
                </a:lnTo>
                <a:lnTo>
                  <a:pt x="8486" y="688914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1A266-1DC0-6D43-8150-87EA051BCF43}"/>
              </a:ext>
            </a:extLst>
          </p:cNvPr>
          <p:cNvSpPr txBox="1"/>
          <p:nvPr/>
        </p:nvSpPr>
        <p:spPr>
          <a:xfrm>
            <a:off x="8301239" y="2697950"/>
            <a:ext cx="36476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1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312251-8054-393D-F961-864624E8FF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777" y="0"/>
            <a:ext cx="2092830" cy="2385176"/>
          </a:xfrm>
          <a:prstGeom prst="rect">
            <a:avLst/>
          </a:prstGeom>
        </p:spPr>
      </p:pic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64DB1EC0-F87A-FB79-F152-A37859B5E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40663" y="4008438"/>
            <a:ext cx="4108450" cy="1744662"/>
          </a:xfrm>
        </p:spPr>
        <p:txBody>
          <a:bodyPr>
            <a:noAutofit/>
          </a:bodyPr>
          <a:lstStyle>
            <a:lvl1pPr algn="r">
              <a:defRPr sz="24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Author Contact Info</a:t>
            </a:r>
          </a:p>
        </p:txBody>
      </p:sp>
    </p:spTree>
    <p:extLst>
      <p:ext uri="{BB962C8B-B14F-4D97-AF65-F5344CB8AC3E}">
        <p14:creationId xmlns:p14="http://schemas.microsoft.com/office/powerpoint/2010/main" val="3280315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8C9C50C5-B49E-B6EA-0B4B-544993529072}"/>
              </a:ext>
            </a:extLst>
          </p:cNvPr>
          <p:cNvSpPr/>
          <p:nvPr/>
        </p:nvSpPr>
        <p:spPr>
          <a:xfrm rot="10800000">
            <a:off x="11358880" y="-4"/>
            <a:ext cx="826676" cy="6858004"/>
          </a:xfrm>
          <a:prstGeom prst="triangle">
            <a:avLst>
              <a:gd name="adj" fmla="val 0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C2D81D-FE35-0591-E4E5-1D7960146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641" y="406376"/>
            <a:ext cx="112795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A98D5-9CB1-72D3-C13A-6AE8490CB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0641" y="1866876"/>
            <a:ext cx="112795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6D673-4361-A4E0-54A9-7E3889510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92038" y="6343601"/>
            <a:ext cx="1282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D6DC3-4EF5-4BC4-82DF-832AA8BD9E59}" type="datetimeFigureOut">
              <a:rPr lang="en-US" smtClean="0"/>
              <a:t>06/01/26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4D85A-5DF7-3A7A-4959-A2D763581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20388" y="6346801"/>
            <a:ext cx="42857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84C3-F5CF-BD62-974D-19003A316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4769" y="6343601"/>
            <a:ext cx="635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5EA3A62-6FDF-4CF8-B60B-8900A78890A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3C603E-A7DA-8D2E-1C89-01DF50FDCFD6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0242"/>
          <a:stretch>
            <a:fillRect/>
          </a:stretch>
        </p:blipFill>
        <p:spPr>
          <a:xfrm>
            <a:off x="29299" y="6240815"/>
            <a:ext cx="3738320" cy="60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52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739775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973138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xxue@hawaii.edu" TargetMode="External"/><Relationship Id="rId2" Type="http://schemas.openxmlformats.org/officeDocument/2006/relationships/hyperlink" Target="mailto:sparkar@hawaii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29F1-71F7-0407-D2F2-B99336BCFB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Controlling Robots with Open RAN Cellular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E26C7-7E7C-99D3-3058-6332AB59CC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JESSE – Summer 2026 </a:t>
            </a:r>
          </a:p>
        </p:txBody>
      </p:sp>
    </p:spTree>
    <p:extLst>
      <p:ext uri="{BB962C8B-B14F-4D97-AF65-F5344CB8AC3E}">
        <p14:creationId xmlns:p14="http://schemas.microsoft.com/office/powerpoint/2010/main" val="32655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A0CF-B2D8-451B-0931-D7BDE86A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877EC-5410-E73F-D384-F2B07CD83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8925" indent="-2889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Mentor:</a:t>
            </a:r>
          </a:p>
          <a:p>
            <a:pPr>
              <a:spcBef>
                <a:spcPts val="600"/>
              </a:spcBef>
            </a:pPr>
            <a:r>
              <a:rPr lang="en-US" dirty="0"/>
              <a:t>Saurabh Parkar, </a:t>
            </a:r>
            <a:r>
              <a:rPr lang="en-US" dirty="0">
                <a:hlinkClick r:id="rId2"/>
              </a:rPr>
              <a:t>sparkar@hawaii.edu</a:t>
            </a:r>
            <a:endParaRPr lang="en-US" dirty="0"/>
          </a:p>
          <a:p>
            <a:pPr marL="288925" indent="-2889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Professor:</a:t>
            </a:r>
          </a:p>
          <a:p>
            <a:pPr>
              <a:spcBef>
                <a:spcPts val="600"/>
              </a:spcBef>
            </a:pPr>
            <a:r>
              <a:rPr lang="en-US" dirty="0"/>
              <a:t>Dr. Xiaochan Xue, </a:t>
            </a:r>
            <a:r>
              <a:rPr lang="en-US" dirty="0">
                <a:hlinkClick r:id="rId3"/>
              </a:rPr>
              <a:t>xxue@hawaii.edu</a:t>
            </a:r>
            <a:endParaRPr lang="en-US" dirty="0"/>
          </a:p>
          <a:p>
            <a:pPr marL="288925" indent="-2889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Schedule: </a:t>
            </a:r>
          </a:p>
          <a:p>
            <a:pPr>
              <a:spcBef>
                <a:spcPts val="600"/>
              </a:spcBef>
            </a:pPr>
            <a:r>
              <a:rPr lang="en-US" dirty="0"/>
              <a:t>M-W-F 9:00am – 3:00pm   HH-488</a:t>
            </a:r>
          </a:p>
        </p:txBody>
      </p:sp>
    </p:spTree>
    <p:extLst>
      <p:ext uri="{BB962C8B-B14F-4D97-AF65-F5344CB8AC3E}">
        <p14:creationId xmlns:p14="http://schemas.microsoft.com/office/powerpoint/2010/main" val="2572756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1428-483E-221A-20F9-762E33F0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01" y="223496"/>
            <a:ext cx="11279510" cy="1325563"/>
          </a:xfrm>
        </p:spPr>
        <p:txBody>
          <a:bodyPr/>
          <a:lstStyle/>
          <a:p>
            <a:r>
              <a:rPr lang="en-US"/>
              <a:t>Project </a:t>
            </a:r>
            <a:r>
              <a:rPr lang="en-US" dirty="0"/>
              <a:t>Overview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161234-D6DE-5ADF-7B1C-B22B4E421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00" y="1263852"/>
            <a:ext cx="10897459" cy="503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73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8FC-3E59-3170-253F-44FBA2FD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641" y="193016"/>
            <a:ext cx="11279510" cy="1325563"/>
          </a:xfrm>
        </p:spPr>
        <p:txBody>
          <a:bodyPr/>
          <a:lstStyle/>
          <a:p>
            <a:r>
              <a:rPr lang="en-US" dirty="0"/>
              <a:t>Robot Testbed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68D4C0-657C-2026-7E96-E37CC3E48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81" y="1363979"/>
            <a:ext cx="10988899" cy="481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06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B95AE-3F55-1747-3157-08F4F8438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01" y="200636"/>
            <a:ext cx="11279510" cy="1325563"/>
          </a:xfrm>
        </p:spPr>
        <p:txBody>
          <a:bodyPr/>
          <a:lstStyle/>
          <a:p>
            <a:r>
              <a:rPr lang="en-US" dirty="0"/>
              <a:t>Project Roadmap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AFA1EE-F23B-AF1B-F552-36BD1A819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00" y="1181100"/>
            <a:ext cx="10967640" cy="496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4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5A3D30-8113-371A-CD2A-E767836E80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57047"/>
      </p:ext>
    </p:extLst>
  </p:cSld>
  <p:clrMapOvr>
    <a:masterClrMapping/>
  </p:clrMapOvr>
</p:sld>
</file>

<file path=ppt/theme/theme1.xml><?xml version="1.0" encoding="utf-8"?>
<a:theme xmlns:a="http://schemas.openxmlformats.org/drawingml/2006/main" name="UHM-Themev2">
  <a:themeElements>
    <a:clrScheme name="UHM-Them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24731"/>
      </a:accent1>
      <a:accent2>
        <a:srgbClr val="009A44"/>
      </a:accent2>
      <a:accent3>
        <a:srgbClr val="242551"/>
      </a:accent3>
      <a:accent4>
        <a:srgbClr val="542977"/>
      </a:accent4>
      <a:accent5>
        <a:srgbClr val="AE5E00"/>
      </a:accent5>
      <a:accent6>
        <a:srgbClr val="AA0000"/>
      </a:accent6>
      <a:hlink>
        <a:srgbClr val="009A44"/>
      </a:hlink>
      <a:folHlink>
        <a:srgbClr val="AE5E00"/>
      </a:folHlink>
    </a:clrScheme>
    <a:fontScheme name="UHM Font">
      <a:majorFont>
        <a:latin typeface="Saira Condense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r">
          <a:defRPr b="1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HM-Themev2" id="{AB5E0126-2FF6-47C7-AF30-90568538A29F}" vid="{FDA674A7-3D51-4948-96F4-5710A26CDE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UHM-Themev2</Template>
  <TotalTime>42</TotalTime>
  <Words>48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IBM Plex Sans</vt:lpstr>
      <vt:lpstr>Saira Condensed</vt:lpstr>
      <vt:lpstr>Wingdings</vt:lpstr>
      <vt:lpstr>UHM-Themev2</vt:lpstr>
      <vt:lpstr>Controlling Robots with Open RAN Cellular Networks</vt:lpstr>
      <vt:lpstr>Contact Information</vt:lpstr>
      <vt:lpstr>Project Overview</vt:lpstr>
      <vt:lpstr>Robot Testbed</vt:lpstr>
      <vt:lpstr>Project Roadmap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Raman Parkar</dc:creator>
  <cp:lastModifiedBy>Saurabh Raman Parkar</cp:lastModifiedBy>
  <cp:revision>4</cp:revision>
  <dcterms:created xsi:type="dcterms:W3CDTF">2026-06-01T09:01:46Z</dcterms:created>
  <dcterms:modified xsi:type="dcterms:W3CDTF">2026-06-01T20:46:02Z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2026-06-01T09:07:37Z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b49469b6-61ac-45f6-b2a2-1a06b1100d3b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10, 3, 0, 1</vt:lpwstr>
  </property>
</Properties>
</file>